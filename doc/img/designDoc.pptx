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20B5D-1973-D81D-EFDC-F0F150CB75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244624-BBDF-F7A6-B4E0-EC1EE961AA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74090B-7570-3690-292C-AA4974B93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6CC74-17B4-4BD4-A836-6ED2CB374890}" type="datetimeFigureOut">
              <a:rPr lang="en-SG" smtClean="0"/>
              <a:t>3/5/2026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602E39-59B7-9BC2-49BD-9410FBD24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F77BA8-E57C-B99C-F9DC-25F7BBBEA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4E40F-A75F-42A7-A6B6-15D468844A1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30088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4716F-4A82-58FE-4F08-A82CF3A3F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9D791C-88CC-723C-2AE7-E23BFF582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C8733-27DA-0AE1-F9FE-DCDC1828D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6CC74-17B4-4BD4-A836-6ED2CB374890}" type="datetimeFigureOut">
              <a:rPr lang="en-SG" smtClean="0"/>
              <a:t>3/5/2026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4B15AD-008C-0663-3C94-563FEBF31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6731A4-675A-E963-D1A5-AE342CB43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4E40F-A75F-42A7-A6B6-15D468844A1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16395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16435-A1E4-DB0F-D634-5188E2ED0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E09C2-48F0-8180-FA3D-8B60EB1678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D63227-C644-ADC6-236E-79880261B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6CC74-17B4-4BD4-A836-6ED2CB374890}" type="datetimeFigureOut">
              <a:rPr lang="en-SG" smtClean="0"/>
              <a:t>3/5/2026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EAB996-D528-964B-DF9B-AF2B0A088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4E2422-6F67-F7C4-FE96-723B795CF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4E40F-A75F-42A7-A6B6-15D468844A1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99617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59A75-B6F0-2D68-2D7E-4BCF05F42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82C5C-D5CE-03A1-AB11-7D806D0E13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895A5A-DE2F-6A4A-AD6F-637EF7A427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E49217-2023-00B8-9A8B-226C8878D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6CC74-17B4-4BD4-A836-6ED2CB374890}" type="datetimeFigureOut">
              <a:rPr lang="en-SG" smtClean="0"/>
              <a:t>3/5/2026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24E7FA-BFB1-2079-8269-755A90A1C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0ACB24-D8AA-77E8-1DDD-1C1554ACD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4E40F-A75F-42A7-A6B6-15D468844A1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50670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BE599-4DAE-801E-4B4C-5F76CB579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C1C3E3-FFAA-826D-4AB3-BC08BAD054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99ACEA-C78F-A2C8-E27C-1AA802DB5C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0AFACC-8EC0-E3F6-6DE1-01507BCFAB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8C7FAE-33B5-4B96-A78B-FCFC40C406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55B66B-E2E1-00E8-687F-39CA3AEA8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6CC74-17B4-4BD4-A836-6ED2CB374890}" type="datetimeFigureOut">
              <a:rPr lang="en-SG" smtClean="0"/>
              <a:t>3/5/2026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E2C10A-DFDA-24E7-5C11-68D3BF072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712249-55A4-07D9-20A8-1B9DA34D3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4E40F-A75F-42A7-A6B6-15D468844A1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87109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B05CD-3F2A-254E-4740-4BDAB63F0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DDAA0C-448B-622E-CD11-ECEAED65D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6CC74-17B4-4BD4-A836-6ED2CB374890}" type="datetimeFigureOut">
              <a:rPr lang="en-SG" smtClean="0"/>
              <a:t>3/5/2026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14C3C1-23C2-EE5B-C5DA-EDD0A8734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97E999-0F88-B787-F053-8D82734C8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4E40F-A75F-42A7-A6B6-15D468844A1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65088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52D526-8B76-B521-E688-F7259E4FA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6CC74-17B4-4BD4-A836-6ED2CB374890}" type="datetimeFigureOut">
              <a:rPr lang="en-SG" smtClean="0"/>
              <a:t>3/5/2026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07F32B-EEEB-556F-7AB5-10D2ED03C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A180FA-BE15-4ED7-F9FF-FF0DD167D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4E40F-A75F-42A7-A6B6-15D468844A1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35902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0E94A-A145-5CA5-358E-8B35A3602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78B92-0BBA-7801-99ED-17E6796C6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94A58B-925E-7C98-4B27-A46ACDFA4F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F5F76F-CD5B-5152-77A9-021FBD3A9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6CC74-17B4-4BD4-A836-6ED2CB374890}" type="datetimeFigureOut">
              <a:rPr lang="en-SG" smtClean="0"/>
              <a:t>3/5/2026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DC0564-3CD5-08D4-4004-A3CFC7CCE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92E562-7A3D-80F8-71B2-9270D6581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4E40F-A75F-42A7-A6B6-15D468844A1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25627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F8389-6A8C-A362-5EED-1730F3D55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97EF0F-79C2-73A3-BA05-D2A5CF2A59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C584A9-F1D5-7B40-16E1-F57A0C7939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11C596-530A-37D1-6444-D3176A0D9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6CC74-17B4-4BD4-A836-6ED2CB374890}" type="datetimeFigureOut">
              <a:rPr lang="en-SG" smtClean="0"/>
              <a:t>3/5/2026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C19497-FFDA-8B1C-D28C-8D48E35F9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A45306-756F-4812-7F8A-CDD728A6C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4E40F-A75F-42A7-A6B6-15D468844A1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73010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2A59B-13AE-749D-22EE-DCBC4728D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D5A2AE-97C5-02AB-1BE7-B90CC5E168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2D774B-502E-978E-3FB8-E7F906382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6CC74-17B4-4BD4-A836-6ED2CB374890}" type="datetimeFigureOut">
              <a:rPr lang="en-SG" smtClean="0"/>
              <a:t>3/5/2026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55BF0A-2A89-4AE7-2872-04CBEDA89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8D5902-588F-D1C4-391B-4C060B2E3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4E40F-A75F-42A7-A6B6-15D468844A1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09982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FE5178-127E-D922-95B5-A7764B04BE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11064C-E04D-95A5-BFFD-8E48F11389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2BEA92-BCBA-4301-08A0-F1AC196C4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6CC74-17B4-4BD4-A836-6ED2CB374890}" type="datetimeFigureOut">
              <a:rPr lang="en-SG" smtClean="0"/>
              <a:t>3/5/2026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62BBD7-83EB-760F-DE8C-640FCC736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63B9F9-915C-B1D8-131A-56B58753D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4E40F-A75F-42A7-A6B6-15D468844A1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40066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256699-B819-435C-BBB9-66D253FDC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E533B7-9A58-90E4-FC75-79DA6D0F45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434012-5EDD-2968-ACD6-B2C8511669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06CC74-17B4-4BD4-A836-6ED2CB374890}" type="datetimeFigureOut">
              <a:rPr lang="en-SG" smtClean="0"/>
              <a:t>3/5/2026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838B02-3499-987D-E265-2335A07553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9206F-C579-47E5-78EE-F35F80E36B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D4E40F-A75F-42A7-A6B6-15D468844A1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18324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D80C6B0-1FA7-CADA-17E0-B5A75939E1C3}"/>
              </a:ext>
            </a:extLst>
          </p:cNvPr>
          <p:cNvSpPr/>
          <p:nvPr/>
        </p:nvSpPr>
        <p:spPr>
          <a:xfrm>
            <a:off x="420624" y="292608"/>
            <a:ext cx="11216322" cy="62470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43C4C6-60A6-7066-B93C-F80A07223A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766" y="409779"/>
            <a:ext cx="11014512" cy="60029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E69C582-F72B-B6EB-1081-3ECA43CB46E2}"/>
              </a:ext>
            </a:extLst>
          </p:cNvPr>
          <p:cNvSpPr txBox="1"/>
          <p:nvPr/>
        </p:nvSpPr>
        <p:spPr>
          <a:xfrm>
            <a:off x="555054" y="409779"/>
            <a:ext cx="10929810" cy="76944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IoT Supply Chain Protection Case Study </a:t>
            </a:r>
          </a:p>
          <a:p>
            <a:pPr algn="ctr"/>
            <a:r>
              <a:rPr lang="en-US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Use Shadow-Box-For-Arm and PATT for Firmware Integrity Assurance</a:t>
            </a:r>
            <a:endParaRPr lang="en-SG" sz="20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993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yuancheng Liu</dc:creator>
  <cp:lastModifiedBy>yuancheng Liu</cp:lastModifiedBy>
  <cp:revision>1</cp:revision>
  <dcterms:created xsi:type="dcterms:W3CDTF">2026-05-03T09:30:31Z</dcterms:created>
  <dcterms:modified xsi:type="dcterms:W3CDTF">2026-05-03T09:42:02Z</dcterms:modified>
</cp:coreProperties>
</file>